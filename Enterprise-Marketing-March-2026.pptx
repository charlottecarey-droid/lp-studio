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dandy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Marketing: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 Performance Update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Central Channel Leaders  |  March 26,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Highlights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14600" cy="1828800"/>
          </a:xfrm>
          <a:prstGeom prst="rect">
            <a:avLst/>
          </a:prstGeom>
          <a:solidFill>
            <a:srgbClr val="FBF9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Accounts Engaged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high (3.2x Feb)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097280"/>
            <a:ext cx="2514600" cy="1828800"/>
          </a:xfrm>
          <a:prstGeom prst="rect">
            <a:avLst/>
          </a:prstGeom>
          <a:solidFill>
            <a:srgbClr val="FBF9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2344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20440" y="1965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Created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2331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total: 3 opps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514600" cy="1828800"/>
          </a:xfrm>
          <a:prstGeom prst="rect">
            <a:avLst/>
          </a:prstGeom>
          <a:solidFill>
            <a:srgbClr val="FBF9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2344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309360" y="1965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Win 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331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Closed-Won, 0 Closed-Lost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8046720" cy="1554480"/>
          </a:xfrm>
          <a:prstGeom prst="rect">
            <a:avLst/>
          </a:prstGeom>
          <a:solidFill>
            <a:srgbClr val="FBF9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6118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March was the strongest engagement month on record — 16 newly engaged accounts is a 3.2x jump from February.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Pipeline velocity is accelerating. Accounts moved from Engaged to Opportunity faster than any prior month.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Q1 shows 100% win rate (2 Closed-Won) with a 55% decision rate — pilot-driven close model is proven.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Funnel — Current State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18872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to Goal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Held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MSA Signed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6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Closed-Won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(Q1)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FBF9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Throughput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42519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Engaged  →  5 Meeting Held  →  3 Opportunity  →  2 Closed-Won   |   Decision Rate: 55%   |   Win Rate: 100%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Expansion Opportunity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749040" cy="3291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Landscape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$26.6M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Potential (practices w/ closed MSAs)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$9.9M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ARR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37.3%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Capture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3931920" cy="3291840"/>
          </a:xfrm>
          <a:prstGeom prst="rect">
            <a:avLst/>
          </a:prstGeom>
          <a:solidFill>
            <a:srgbClr val="FBF9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Metrics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Practices in Signed MSAs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8470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17,055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148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Represented by MSAs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3500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1,173 (6.88%)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Signed/Active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8529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 (37.25%)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1546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Remaining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3558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736 (62.75%)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6576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MSAs Signed vs Goal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8587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of 35 (85.7%)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 Strategic (Tier 1) Accounts Drive 86% of Projected Enterprise Closes in 2026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560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Contracts Signed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(Tier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1,765 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Enterprise (Tier 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 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(Tier 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3337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revenue is heavily concentrated in Tier 1 accounts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performance determines Enterprise revenue outcomes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currently only have 1 closed-won Tier 1 MSA and 7 open opportunities (20 total Tier 1 accounts)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Working &amp; What Needs Attention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8046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Working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engagement: 16 new accounts engaged in March — all-time high, 3.2x improvement over Feb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Pilot-driven close model proven: 100% win rate in Q1, close ratio at all-time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Engaged goal exceeded: 65 accounts at 108.3% to goal — strongest pipeline indicator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velocity accelerating: accounts moving Engaged → Opportunity faster than any prior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8046720" cy="914400"/>
        </p:xfrm>
        <a:graphic>
          <a:graphicData uri="http://schemas.openxmlformats.org/drawingml/2006/table">
            <a:tbl>
              <a:tblPr/>
              <a:tblGrid>
                <a:gridCol w="8046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engaged accounts with no activity in 30+ days — risk of pipeline stalling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Top-of-funnel still thin: Mapped at 55.7% to goal (113 of 203) — need more prospecting 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gap: Only 1 Tier 1 MSA signed, but Tier 1 drives 86% of projected enterprise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Enablement capacity on watch: may constrain pilot-to-rollout conversion as volume increases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Enterprise Workstreams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Strategic Focus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  <a:gridCol w="1463040"/>
                <a:gridCol w="2560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Problem We're Solving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 &amp; Credibility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DSOs lack awareness of Dandy — or hold outdated perceptions that undermine credibility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DSO accounts moved to Engaged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and engage the full buying committee with persona-specific value props that spark meaningful interest.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Narrative &amp; Positioning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DSO executives don't clearly understand or believe Dandy's revenue impact, causing deals to stall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DSO accounts moved to Opportunity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 Dandy's impact on clinical and financial outcomes through customer evidence and quantified proof points.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&amp; Expand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Late-stage deals stall and post-MSA expansion is inconsistent due to lack of sustained partner understanding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pipeline (Pilot + MSA + expansion)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high-touch 1:1 and 1:few enterprise plays to accelerate deal conversion and expansion.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dandy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Marketing: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Always-On Channels &amp; Tactics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474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leaders: please update your areas on the next slide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what will drive the most impact toward these goals.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Channels &amp; Tactics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2377440"/>
                <a:gridCol w="2011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Key Tactics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Update (Your Input)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 — full funnel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[Update needed]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nurture updates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[Update needed]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Meetings booked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[Needs Updates]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[Update needed]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New Evergreen enterprise pages 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(LinkedIn)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Joe Lynch Executive POV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Dandy LinkedIn DSO posts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Podcast &amp; event amplification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[Update needed]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intent leads passed to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Opportunities &amp; Partners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&amp; Validate Campaigns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[Update needed]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winning campaign strategy with two partners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D6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Every channel should prioritize Tier 1 &amp; 2 account engagement and pipeline acceleration toward the 3 workstreams.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Marketing — March 2026 Update</dc:title>
  <dc:subject>PptxGenJS Presentation</dc:subject>
  <dc:creator>Charlotte Carey</dc:creator>
  <cp:lastModifiedBy>Charlotte Carey</cp:lastModifiedBy>
  <cp:revision>1</cp:revision>
  <dcterms:created xsi:type="dcterms:W3CDTF">2026-03-26T18:55:57Z</dcterms:created>
  <dcterms:modified xsi:type="dcterms:W3CDTF">2026-03-26T18:55:57Z</dcterms:modified>
</cp:coreProperties>
</file>